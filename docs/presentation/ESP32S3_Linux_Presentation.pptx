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on ESP32-S3 (N16R8)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flash and boot nommu Linux from a Linux PC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memory, cores, functionality and limits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where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PC (build host)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toolchain, kernel, root filesystem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Flashes images over USB with esptool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terminal to see the console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once flashed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(target)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bootloader and Linux kernel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BusyBox shell and programs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through ESP-Hosted firmware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executes on the chip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EAF6F4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runs 100% on the ESP32-S3. The PC only builds, flashes and shows the console.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 (on the PC)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host packages (build-essential, bison, flex, cmake, etc.)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github.com/jcmvbkbc/esp32-linux-build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workarounds for new tools (GCC 13, CMake policy)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./rebuild-esp32s3-linux-wifi.sh (about 1 to 2 hours)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builds: Xtensa toolchain, bootloader, Linux kernel, Buildroot rootfs, Wi-Fi firmware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images: xipImage, rootfs.cramfs, etc.jffs2, bootloader, partition table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hit and fixes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B45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15 broke GMP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could not find a working compiler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GCC 15 uses C23; old GMP fails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install gcc-13, put it first in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PATH=$HOME/oldgcc:$PATH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B453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4 broke host-lzo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compatibility with CMake &lt; 3.5 removed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old package, new CMake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set a policy minimum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CMAKE_POLICY_VERSION_MINIMUM=3.5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toolchain and kernel built; Buildroot rootfs was the last step.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and boot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BOOT, tap RESET to enter download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with esptool.py --chip esp32s3 write_flash, using offsets from the build output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console: picocom -b 115200 /dev/ttyACM0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RESET: bootloader, kernel messages, then Buildroot login (root)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output: try the other USB port, check baud, confirm octal PSRAM setting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flash usage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Flash: 16 MB chip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is the devkit_c1_8m config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8 MB layout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the flash is unused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all 16 MB needs a custom partition layout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MB PSRAM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PSRAM is the Linux main memory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SRAM serves bootloader and firmware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for Linux, keep programs light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143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in place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002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(xipImage) runs straight from flash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rootfs.cramfs is read-only, stored in flash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etc.jffs2 holds writable config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partition sizes come from the build output; check the partition table to confirm.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ESP32-S3: dual-core Xtensa LX7, up to 240 MHz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MMU, so nommu Linux: no virtual memory, no memory protection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runs as separate ESP-Hosted firmware on the same chip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core split depends on the port version; verify after boot with: cat /proc/cpuinfo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far below a Raspberry Pi; suited to learning and small tasks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and limits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console and BusyBox shell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Linux tools and filesystem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networking via ESP-Hosted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built for nommu (FDPIC)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B453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fork(); only nommu-built programs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RAM, slow boot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setup is the fiddliest part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drivers (GPIO, I2C) depend on the port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runs fully on the ESP32-S3; the PC is only for build and flash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jcmvbkbc nommu port: Xtensa toolchain, kernel, Buildroot rootfs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 targets an 8 MB flash layout, so half of the 16 MB is unused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MB octal PSRAM is Linux RAM; dual cores at up to 240 MHz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 fixes: GCC 13 and CMake policy 3.5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finish rootfs build, flash, boot to shell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on ESP32-S3 N16R8</dc:title>
  <dc:subject>PptxGenJS Presentation</dc:subject>
  <dc:creator>PptxGenJS</dc:creator>
  <cp:lastModifiedBy>PptxGenJS</cp:lastModifiedBy>
  <cp:revision>1</cp:revision>
  <dcterms:created xsi:type="dcterms:W3CDTF">2026-10-16T18:36:39Z</dcterms:created>
  <dcterms:modified xsi:type="dcterms:W3CDTF">2026-10-16T18:36:39Z</dcterms:modified>
</cp:coreProperties>
</file>